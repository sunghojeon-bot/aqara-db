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77A45-31C5-4319-953E-63801CE75086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8773D-7484-487C-B3BD-8B67649DFA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161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78773D-7484-487C-B3BD-8B67649DFA9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369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2976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스마트 도어락 자가 조치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329184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4B4B4B"/>
                </a:solidFill>
                <a:latin typeface="Malgun Gothic"/>
                <a:ea typeface="Malgun Gothic"/>
                <a:cs typeface="Malgun Gothic"/>
              </a:rPr>
              <a:t>설치 후 문이 잘 닫히지 않거나 걸릴 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74920" y="256032"/>
            <a:ext cx="0" cy="713232"/>
          </a:xfrm>
          <a:prstGeom prst="line">
            <a:avLst/>
          </a:prstGeom>
          <a:ln w="10160">
            <a:solidFill>
              <a:srgbClr val="B4B4B4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232461" y="470396"/>
            <a:ext cx="492582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현관문은 계절 변화, 실내외 압력 차이, 고무 패킹 변형</a:t>
            </a:r>
            <a:r>
              <a:rPr lang="en-US"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도어클로저</a:t>
            </a:r>
            <a:r>
              <a:rPr lang="en-US" altLang="ko-KR" sz="9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</a:t>
            </a:r>
            <a:r>
              <a:rPr lang="en-US" altLang="ko-KR" sz="9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,</a:t>
            </a:r>
            <a:r>
              <a:rPr lang="ko-KR" altLang="en-US" sz="9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문틀 싱크 </a:t>
            </a:r>
            <a:r>
              <a:rPr lang="ko-KR" altLang="en-US" sz="9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안맞음</a:t>
            </a:r>
            <a:r>
              <a:rPr lang="ko-KR" altLang="en-US" sz="9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등으로</a:t>
            </a:r>
            <a:br>
              <a:rPr sz="2800" dirty="0"/>
            </a:br>
            <a:r>
              <a:rPr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미세하게 틀어질 수 있습니다. 아래 2가지 방법을 순서대로 점검해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" y="1213104"/>
            <a:ext cx="4892040" cy="4645152"/>
          </a:xfrm>
          <a:prstGeom prst="rect">
            <a:avLst/>
          </a:prstGeom>
          <a:solidFill>
            <a:srgbClr val="FFFFFF"/>
          </a:solidFill>
          <a:ln w="10160">
            <a:solidFill>
              <a:srgbClr val="4B4B4B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349240" y="1234440"/>
            <a:ext cx="5074920" cy="4645152"/>
          </a:xfrm>
          <a:prstGeom prst="rect">
            <a:avLst/>
          </a:prstGeom>
          <a:solidFill>
            <a:srgbClr val="FFFFFF"/>
          </a:solidFill>
          <a:ln w="10160">
            <a:solidFill>
              <a:srgbClr val="4B4B4B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438912" y="1353312"/>
            <a:ext cx="566928" cy="256032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조치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1362456"/>
            <a:ext cx="329184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잠금 오류음이 울리거나 문이 세게 닫힐 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691640"/>
            <a:ext cx="164592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 dirty="0">
                <a:solidFill>
                  <a:srgbClr val="4B4B4B"/>
                </a:solidFill>
                <a:latin typeface="Malgun Gothic"/>
                <a:ea typeface="Malgun Gothic"/>
                <a:cs typeface="Malgun Gothic"/>
              </a:rPr>
              <a:t>도어클로저 속도 조절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6240" y="2002536"/>
            <a:ext cx="2477854" cy="585216"/>
          </a:xfrm>
          <a:prstGeom prst="rect">
            <a:avLst/>
          </a:prstGeom>
          <a:solidFill>
            <a:srgbClr val="FFFFFF"/>
          </a:solidFill>
          <a:ln w="6985">
            <a:solidFill>
              <a:srgbClr val="B4B4B4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469392" y="2075688"/>
            <a:ext cx="347472" cy="438912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69392" y="2121408"/>
            <a:ext cx="34747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392" y="2331720"/>
            <a:ext cx="347472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" y="2121408"/>
            <a:ext cx="1463040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lang="ko-KR" altLang="en-US"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삐</a:t>
            </a: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-삐-삐 오류음이 나요</a:t>
            </a:r>
            <a:br>
              <a:rPr sz="8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• 문이 ‘쿵’ 소리 나게 닫혀요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239" y="2697480"/>
            <a:ext cx="2477855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B4B4B4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469392" y="2770632"/>
            <a:ext cx="347472" cy="512063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69392" y="2816352"/>
            <a:ext cx="34747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392" y="3099816"/>
            <a:ext cx="347472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160" y="2816352"/>
            <a:ext cx="1692546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 상단 도어클로저의</a:t>
            </a:r>
            <a:br>
              <a:rPr sz="8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닫힘 속도 설정이 맞지 않을 수 있습니다.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458" y="3483864"/>
            <a:ext cx="2667614" cy="1792224"/>
          </a:xfrm>
          <a:prstGeom prst="rect">
            <a:avLst/>
          </a:prstGeom>
          <a:solidFill>
            <a:srgbClr val="FFFFFF"/>
          </a:solidFill>
          <a:ln w="6985">
            <a:solidFill>
              <a:srgbClr val="B4B4B4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469392" y="3557016"/>
            <a:ext cx="347472" cy="164592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481319" y="4172712"/>
            <a:ext cx="34747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319" y="4475607"/>
            <a:ext cx="347472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158" y="3602736"/>
            <a:ext cx="2204913" cy="145353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1. 문 상단의 도어클로저 본체를 확인해 주세요.</a:t>
            </a:r>
            <a:br>
              <a:rPr sz="8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2. 본체 측면의 조절 나사 2개를 찾아 주세요.</a:t>
            </a:r>
            <a:br>
              <a:rPr sz="8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3. 1단 속도: 크게 열린 상태에서 중간까지</a:t>
            </a:r>
            <a:br>
              <a:rPr sz="8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닫히는 속도를 조절해 주세요.</a:t>
            </a:r>
            <a:br>
              <a:rPr sz="8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4. 2단 속도: 마지막 닫힘 구간의 속도를</a:t>
            </a:r>
            <a:br>
              <a:rPr sz="8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조절해 주세요.</a:t>
            </a:r>
            <a:br>
              <a:rPr sz="8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5. 시계 방향은 느리게, 반시계 방향은</a:t>
            </a:r>
            <a:br>
              <a:rPr sz="8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빠르게 조절해 주세요.</a:t>
            </a:r>
          </a:p>
        </p:txBody>
      </p:sp>
      <p:pic>
        <p:nvPicPr>
          <p:cNvPr id="32" name="Picture 31" descr="left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516" y="1677962"/>
            <a:ext cx="1974427" cy="352044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396240" y="5422392"/>
            <a:ext cx="4554855" cy="329184"/>
          </a:xfrm>
          <a:prstGeom prst="rect">
            <a:avLst/>
          </a:prstGeom>
          <a:solidFill>
            <a:srgbClr val="FAFAFA"/>
          </a:solidFill>
          <a:ln w="7620">
            <a:solidFill>
              <a:srgbClr val="B4B4B4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493395" y="5504688"/>
            <a:ext cx="137160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231" y="5527881"/>
            <a:ext cx="411480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6711" y="5553827"/>
            <a:ext cx="3383280" cy="12311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한 번에 1/4바퀴(90°) 이하로 조금씩 조절한 후 문을 다시 확인해 주세요.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68112" y="1353312"/>
            <a:ext cx="566928" cy="256032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조치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8" y="1362456"/>
            <a:ext cx="347472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문이 걸리거나 손잡이가 뻑뻑할 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1691640"/>
            <a:ext cx="18288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 dirty="0">
                <a:solidFill>
                  <a:srgbClr val="4B4B4B"/>
                </a:solidFill>
                <a:latin typeface="Malgun Gothic"/>
                <a:ea typeface="Malgun Gothic"/>
                <a:cs typeface="Malgun Gothic"/>
              </a:rPr>
              <a:t>모티스-스트라이커 위치 조정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2002536"/>
            <a:ext cx="2141101" cy="676656"/>
          </a:xfrm>
          <a:prstGeom prst="rect">
            <a:avLst/>
          </a:prstGeom>
          <a:solidFill>
            <a:srgbClr val="FFFFFF"/>
          </a:solidFill>
          <a:ln w="6985">
            <a:solidFill>
              <a:srgbClr val="B4B4B4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Rectangle 40"/>
          <p:cNvSpPr/>
          <p:nvPr/>
        </p:nvSpPr>
        <p:spPr>
          <a:xfrm>
            <a:off x="5650992" y="2075688"/>
            <a:ext cx="347472" cy="530352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5650992" y="2121408"/>
            <a:ext cx="34747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0992" y="2423160"/>
            <a:ext cx="347472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59" y="2121408"/>
            <a:ext cx="1444752" cy="46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• 손잡이를 밀거나 당길 때 뻑뻑해요</a:t>
            </a:r>
            <a:br>
              <a:rPr sz="2400" dirty="0"/>
            </a:br>
            <a:r>
              <a:rPr sz="7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• 문이 한 번에 잘 안 열리거나</a:t>
            </a:r>
            <a:br>
              <a:rPr lang="ko-KR" altLang="en-US" sz="2400" dirty="0"/>
            </a:br>
            <a:r>
              <a:rPr lang="ko-KR" altLang="en-US" sz="7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래치가 걸려요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2807208"/>
            <a:ext cx="2168980" cy="676656"/>
          </a:xfrm>
          <a:prstGeom prst="rect">
            <a:avLst/>
          </a:prstGeom>
          <a:solidFill>
            <a:srgbClr val="FFFFFF"/>
          </a:solidFill>
          <a:ln w="6985">
            <a:solidFill>
              <a:srgbClr val="B4B4B4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5650992" y="2880360"/>
            <a:ext cx="347472" cy="530352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5650992" y="2926080"/>
            <a:ext cx="34747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50992" y="3227832"/>
            <a:ext cx="347472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58" y="2926080"/>
            <a:ext cx="1645181" cy="46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 안쪽 모티스의 래치/데드볼트 위치와</a:t>
            </a:r>
            <a:br>
              <a:rPr sz="2400" dirty="0"/>
            </a:br>
            <a:r>
              <a:rPr sz="7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문틀의 스트라이커 위치가 맞지 않을</a:t>
            </a:r>
            <a:br>
              <a:rPr sz="700" dirty="0"/>
            </a:br>
            <a:r>
              <a:rPr sz="7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3611880"/>
            <a:ext cx="4777042" cy="1737360"/>
          </a:xfrm>
          <a:prstGeom prst="rect">
            <a:avLst/>
          </a:prstGeom>
          <a:solidFill>
            <a:srgbClr val="FFFFFF"/>
          </a:solidFill>
          <a:ln w="6985">
            <a:solidFill>
              <a:srgbClr val="B4B4B4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Rectangle 50"/>
          <p:cNvSpPr/>
          <p:nvPr/>
        </p:nvSpPr>
        <p:spPr>
          <a:xfrm>
            <a:off x="5650992" y="3685032"/>
            <a:ext cx="347472" cy="1591056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5650992" y="3730752"/>
            <a:ext cx="34747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50992" y="5093208"/>
            <a:ext cx="347472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58" y="3730752"/>
            <a:ext cx="3986087" cy="145353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1. 문틀 측면 스트라이커의 고정 나사2개를 확인해 주세요.</a:t>
            </a:r>
            <a:br>
              <a:rPr sz="32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2. 나사를 살짝 풀어 주세요.</a:t>
            </a:r>
            <a:br>
              <a:rPr sz="32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3. 스트라이커를 1~2mm 정도만 이동해 주세요.</a:t>
            </a:r>
            <a:br>
              <a:rPr sz="32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• 문이 걸릴 때 → 바깥쪽(실외 방향) 이동</a:t>
            </a:r>
            <a:br>
              <a:rPr sz="32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• 문이 헐거울 때 → 안쪽(실내 방향) 이동</a:t>
            </a:r>
            <a:br>
              <a:rPr sz="32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4. 위치를 맞춘 뒤 나사를 다시 조여 주세요.</a:t>
            </a:r>
            <a:br>
              <a:rPr sz="32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5. 문을 여러 번 열고 닫아 래치와 데드볼트가</a:t>
            </a:r>
            <a:br>
              <a:rPr sz="3200" dirty="0"/>
            </a:b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자연스럽게 들어가는지 확인해 주세요.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5422392"/>
            <a:ext cx="4777042" cy="329184"/>
          </a:xfrm>
          <a:prstGeom prst="rect">
            <a:avLst/>
          </a:prstGeom>
          <a:solidFill>
            <a:srgbClr val="FAFAFA"/>
          </a:solidFill>
          <a:ln w="7620">
            <a:solidFill>
              <a:srgbClr val="B4B4B4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7" name="TextBox 56"/>
          <p:cNvSpPr txBox="1"/>
          <p:nvPr/>
        </p:nvSpPr>
        <p:spPr>
          <a:xfrm>
            <a:off x="5733288" y="5486400"/>
            <a:ext cx="182880" cy="14630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6564" y="5527881"/>
            <a:ext cx="3931920" cy="12311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조정 후에는 </a:t>
            </a:r>
            <a:r>
              <a:rPr lang="ko-KR" altLang="en-US"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내측에서 </a:t>
            </a: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문을 </a:t>
            </a:r>
            <a:r>
              <a:rPr lang="en-US"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lang="ko-KR" altLang="en-US"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8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열고 닫아 정상 작동을 확인해 주세요.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6080760"/>
            <a:ext cx="100584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4B4B4B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0" name="TextBox 59"/>
          <p:cNvSpPr txBox="1"/>
          <p:nvPr/>
        </p:nvSpPr>
        <p:spPr>
          <a:xfrm>
            <a:off x="521208" y="6318504"/>
            <a:ext cx="228600" cy="43088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2948" y="6378344"/>
            <a:ext cx="914400" cy="43088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꼭 확인해</a:t>
            </a:r>
            <a:br>
              <a:rPr sz="2400" dirty="0"/>
            </a:br>
            <a:r>
              <a:rPr sz="14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주세요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084831" y="6217920"/>
            <a:ext cx="0" cy="685800"/>
          </a:xfrm>
          <a:prstGeom prst="line">
            <a:avLst/>
          </a:prstGeom>
          <a:ln w="7620">
            <a:solidFill>
              <a:srgbClr val="B4B4B4"/>
            </a:solidFill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2331720" y="6336792"/>
            <a:ext cx="164592" cy="16158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78607" y="6345936"/>
            <a:ext cx="5669275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조치 후에도 동일하면 문 처짐 또는 뒤틀림 가능성이 있으니 설치 기사 또는 전문 업체의 점검을 받아 주세요.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31720" y="6629400"/>
            <a:ext cx="164592" cy="16158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8608" y="6638544"/>
            <a:ext cx="5778310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문이 열렸는데도 </a:t>
            </a:r>
            <a:r>
              <a:rPr lang="ko-KR" altLang="en-US"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데드볼트가 돌출되면서 </a:t>
            </a:r>
            <a:r>
              <a:rPr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저절로 잠기면 </a:t>
            </a:r>
            <a:r>
              <a:rPr lang="ko-KR" altLang="en-US"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모티스의 </a:t>
            </a:r>
            <a:r>
              <a:rPr lang="ko-KR" altLang="en-US" sz="900" b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서브래치</a:t>
            </a:r>
            <a:r>
              <a:rPr lang="ko-KR" altLang="en-US"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센서와 스트라이커의 간격 차이로 </a:t>
            </a:r>
            <a:r>
              <a:rPr lang="ko-KR" altLang="en-US" sz="9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오작동이 </a:t>
            </a:r>
            <a:r>
              <a:rPr sz="9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가능성이 있으니 고객센터로 문의해 주세요.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412480" y="6217920"/>
            <a:ext cx="0" cy="685800"/>
          </a:xfrm>
          <a:prstGeom prst="line">
            <a:avLst/>
          </a:prstGeom>
          <a:ln w="7620">
            <a:solidFill>
              <a:srgbClr val="B4B4B4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8613646" y="6366637"/>
            <a:ext cx="347471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60437" y="6402254"/>
            <a:ext cx="125342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무리하게 힘을 주어</a:t>
            </a:r>
            <a:br>
              <a:rPr sz="900" dirty="0"/>
            </a:br>
            <a:r>
              <a:rPr sz="9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조절하지 말아 주세요.</a:t>
            </a: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58FA06B-8648-EC8D-5DDF-AFEF6CAF98BF}"/>
              </a:ext>
            </a:extLst>
          </p:cNvPr>
          <p:cNvGrpSpPr/>
          <p:nvPr/>
        </p:nvGrpSpPr>
        <p:grpSpPr>
          <a:xfrm>
            <a:off x="7627917" y="1298194"/>
            <a:ext cx="2789244" cy="1957070"/>
            <a:chOff x="7445439" y="1526794"/>
            <a:chExt cx="3006749" cy="2334206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69FD3E72-3F72-D373-F5F8-66325C6CA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336952" y="1729999"/>
              <a:ext cx="933945" cy="2101338"/>
            </a:xfrm>
            <a:prstGeom prst="rect">
              <a:avLst/>
            </a:prstGeom>
          </p:spPr>
        </p:pic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64D1C120-AD8F-9FFA-8823-51BC1D55A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32397" y="1709928"/>
              <a:ext cx="1121146" cy="2101336"/>
            </a:xfrm>
            <a:prstGeom prst="rect">
              <a:avLst/>
            </a:prstGeom>
          </p:spPr>
        </p:pic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EF6D7C97-FF5A-E307-FEE0-E6FD60704AF1}"/>
                </a:ext>
              </a:extLst>
            </p:cNvPr>
            <p:cNvCxnSpPr>
              <a:cxnSpLocks/>
            </p:cNvCxnSpPr>
            <p:nvPr/>
          </p:nvCxnSpPr>
          <p:spPr>
            <a:xfrm>
              <a:off x="9481465" y="1896098"/>
              <a:ext cx="56840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DF7FA44-E243-617E-0FB9-D2A4F9617F0A}"/>
                </a:ext>
              </a:extLst>
            </p:cNvPr>
            <p:cNvSpPr txBox="1"/>
            <p:nvPr/>
          </p:nvSpPr>
          <p:spPr>
            <a:xfrm>
              <a:off x="7445442" y="2377537"/>
              <a:ext cx="1120141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00"/>
                  </a:solidFill>
                </a:rPr>
                <a:t>데드 볼트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DACB5A0-0B08-0DDA-359E-AAC4B35D180B}"/>
                </a:ext>
              </a:extLst>
            </p:cNvPr>
            <p:cNvSpPr txBox="1"/>
            <p:nvPr/>
          </p:nvSpPr>
          <p:spPr>
            <a:xfrm>
              <a:off x="7451468" y="2738676"/>
              <a:ext cx="112014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00"/>
                  </a:solidFill>
                </a:rPr>
                <a:t>서브 래치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3F9CA6F-5F16-7AC0-538A-EAAF5D2ACC2D}"/>
                </a:ext>
              </a:extLst>
            </p:cNvPr>
            <p:cNvSpPr txBox="1"/>
            <p:nvPr/>
          </p:nvSpPr>
          <p:spPr>
            <a:xfrm>
              <a:off x="7445439" y="3086610"/>
              <a:ext cx="112014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00"/>
                  </a:solidFill>
                </a:rPr>
                <a:t>래치 볼트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4D1FC88-747B-06EF-DBE4-FB55887DAA12}"/>
                </a:ext>
              </a:extLst>
            </p:cNvPr>
            <p:cNvSpPr txBox="1"/>
            <p:nvPr/>
          </p:nvSpPr>
          <p:spPr>
            <a:xfrm>
              <a:off x="9332047" y="3630168"/>
              <a:ext cx="1120141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00"/>
                  </a:solidFill>
                </a:rPr>
                <a:t>스트라이커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7A79AAA-D7F6-1081-BBB3-8F5257FA454E}"/>
                </a:ext>
              </a:extLst>
            </p:cNvPr>
            <p:cNvSpPr txBox="1"/>
            <p:nvPr/>
          </p:nvSpPr>
          <p:spPr>
            <a:xfrm>
              <a:off x="7723639" y="1896098"/>
              <a:ext cx="1120140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00"/>
                  </a:solidFill>
                </a:rPr>
                <a:t>모티스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B57DEE6-C9D4-07BC-E949-4C7125473111}"/>
                </a:ext>
              </a:extLst>
            </p:cNvPr>
            <p:cNvSpPr txBox="1"/>
            <p:nvPr/>
          </p:nvSpPr>
          <p:spPr>
            <a:xfrm>
              <a:off x="9336952" y="1526794"/>
              <a:ext cx="912774" cy="2154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</a:rPr>
                <a:t>1~2mm </a:t>
              </a:r>
              <a:r>
                <a:rPr lang="ko-KR" altLang="en-US" sz="800" b="1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</a:rPr>
                <a:t>이동</a:t>
              </a:r>
              <a:endParaRPr lang="ko-KR" altLang="en-US" sz="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99" name="타원 98">
            <a:extLst>
              <a:ext uri="{FF2B5EF4-FFF2-40B4-BE49-F238E27FC236}">
                <a16:creationId xmlns:a16="http://schemas.microsoft.com/office/drawing/2014/main" id="{770E83EE-39CF-4B27-39AE-938C7F27AD54}"/>
              </a:ext>
            </a:extLst>
          </p:cNvPr>
          <p:cNvSpPr/>
          <p:nvPr/>
        </p:nvSpPr>
        <p:spPr>
          <a:xfrm>
            <a:off x="9675264" y="1640373"/>
            <a:ext cx="237651" cy="168626"/>
          </a:xfrm>
          <a:prstGeom prst="ellipse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BADB7F94-BA53-89ED-75A3-35C80E5722AA}"/>
              </a:ext>
            </a:extLst>
          </p:cNvPr>
          <p:cNvSpPr/>
          <p:nvPr/>
        </p:nvSpPr>
        <p:spPr>
          <a:xfrm>
            <a:off x="9687149" y="2896778"/>
            <a:ext cx="237651" cy="168626"/>
          </a:xfrm>
          <a:prstGeom prst="ellipse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396</Words>
  <Application>Microsoft Office PowerPoint</Application>
  <PresentationFormat>사용자 지정</PresentationFormat>
  <Paragraphs>47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Malgun Gothic</vt:lpstr>
      <vt:lpstr>Malgun Gothic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전성호</dc:creator>
  <cp:keywords/>
  <dc:description>generated using python-pptx</dc:description>
  <cp:lastModifiedBy>성호 전</cp:lastModifiedBy>
  <cp:revision>2</cp:revision>
  <dcterms:created xsi:type="dcterms:W3CDTF">2013-01-27T09:14:16Z</dcterms:created>
  <dcterms:modified xsi:type="dcterms:W3CDTF">2026-06-08T02:30:19Z</dcterms:modified>
  <cp:category/>
</cp:coreProperties>
</file>